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Agree</c:v>
                </c:pt>
                <c:pt idx="1">
                  <c:v>Neutral</c:v>
                </c:pt>
                <c:pt idx="2">
                  <c:v>Disagree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17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edu/syllabus" TargetMode="External"/><Relationship Id="rId3" Type="http://schemas.openxmlformats.org/officeDocument/2006/relationships/hyperlink" Target="https://library.example.edu/guides" TargetMode="External"/><Relationship Id="rId4" Type="http://schemas.openxmlformats.org/officeDocument/2006/relationships/hyperlink" Target="https://example.edu/a11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Accessible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fixture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trends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86000"/>
          </a:xfrm>
          <a:prstGeom prst="rect">
            <a:avLst/>
          </a:prstGeom>
        </p:spPr>
      </p:pic>
      <p:pic>
        <p:nvPicPr>
          <p:cNvPr id="4" name="Picture 3" descr="Students collaborate at computers in a teaching lab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resources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1828800"/>
          </a:xfrm>
          <a:prstGeom prst="rect">
            <a:avLst/>
          </a:prstGeom>
        </p:spPr>
      </p:pic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286000" cy="1828800"/>
          </a:xfrm>
          <a:prstGeom prst="rect">
            <a:avLst/>
          </a:prstGeom>
        </p:spPr>
      </p:pic>
      <p:pic>
        <p:nvPicPr>
          <p:cNvPr id="5" name="Picture 4" descr="A picture containing text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looks like a title but is only a text box</a:t>
            </a:r>
          </a:p>
        </p:txBody>
      </p:sp>
      <p:pic>
        <p:nvPicPr>
          <p:cNvPr id="3" name="Picture 2" title="Legacy title on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 we learn?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 we learn?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For the syllabus </a:t>
            </a:r>
            <a:r>
              <a:rPr>
                <a:hlinkClick r:id="rId2"/>
              </a:rPr>
              <a:t>click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Library: </a:t>
            </a:r>
            <a:r>
              <a:rPr>
                <a:hlinkClick r:id="rId3"/>
              </a:rPr>
              <a:t>https://library.example.edu/guides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See the </a:t>
            </a:r>
            <a:r>
              <a:rPr>
                <a:hlinkClick r:id="rId4"/>
              </a:rPr>
              <a:t>accessibility guidelines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 gridSpan="2">
                  <a:txBody>
                    <a:bodyPr/>
                    <a:lstStyle/>
                    <a:p>
                      <a:r>
                        <a:t>R0C0</a:t>
                      </a:r>
                    </a:p>
                    <a:p>
                      <a:r>
                        <a:t>R0C1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safety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371600"/>
            <a:ext cx="1828800" cy="2377440"/>
            <a:chOff x="457200" y="1371600"/>
            <a:chExt cx="1828800" cy="237744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371600"/>
              <a:ext cx="1828800" cy="18288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457200" y="329184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Goggles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0000" r="20000"/>
          <a:stretch>
            <a:fillRect/>
          </a:stretch>
        </p:blipFill>
        <p:spPr>
          <a:xfrm>
            <a:off x="3200400" y="1371600"/>
            <a:ext cx="27432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22860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400">
                <a:solidFill>
                  <a:srgbClr val="BBBBBB"/>
                </a:solidFill>
              </a:rPr>
              <a:t>Faint warning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22860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Readable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notes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Café &amp; “Résumé” — مرحبا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