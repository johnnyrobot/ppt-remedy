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hyperlink" Target="https://example.org/photosynthesi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Deck: Photosynthesis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synthetic presentation with deliberate accessibility issues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plants make food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1148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46320" y="1371600"/>
            <a:ext cx="38404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Light energy + water + carbon dioxide → glucose + oxygen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Where it happens</a:t>
            </a:r>
          </a:p>
        </p:txBody>
      </p:sp>
      <p:pic>
        <p:nvPicPr>
          <p:cNvPr id="3" name="Picture 2" descr="chloropla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4572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120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Learn more: </a:t>
            </a:r>
            <a:r>
              <a:rPr>
                <a:hlinkClick r:id="rId3"/>
              </a:rPr>
              <a:t>click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